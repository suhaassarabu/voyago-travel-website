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oppins SemiBold" panose="020B0604020202020204" charset="0"/>
      <p:regular r:id="rId15"/>
      <p:bold r:id="rId16"/>
      <p:italic r:id="rId17"/>
      <p:boldItalic r:id="rId18"/>
    </p:embeddedFont>
    <p:embeddedFont>
      <p:font typeface="Inter" panose="020B0604020202020204" charset="0"/>
      <p:regular r:id="rId19"/>
      <p:bold r:id="rId20"/>
      <p:italic r:id="rId21"/>
      <p:boldItalic r:id="rId22"/>
    </p:embeddedFont>
    <p:embeddedFont>
      <p:font typeface="Poppins" panose="020B0604020202020204" charset="0"/>
      <p:regular r:id="rId23"/>
      <p:bold r:id="rId24"/>
      <p:italic r:id="rId25"/>
      <p:boldItalic r:id="rId26"/>
    </p:embeddedFont>
    <p:embeddedFont>
      <p:font typeface="Inter SemiBold" panose="020B0604020202020204" charset="0"/>
      <p:regular r:id="rId27"/>
      <p:bold r:id="rId28"/>
      <p:italic r:id="rId29"/>
      <p:boldItalic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480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2872026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811464"/>
            <a:ext cx="5048250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571500"/>
            <a:ext cx="5300662" cy="3017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E6F1FF"/>
                </a:solidFill>
                <a:latin typeface="Poppins"/>
                <a:ea typeface="Poppins"/>
                <a:cs typeface="Poppins"/>
                <a:sym typeface="Poppins"/>
              </a:rPr>
              <a:t>Voyago: Explore </a:t>
            </a:r>
            <a:r>
              <a:rPr lang="en-US" sz="5400" b="1" i="0" u="none" strike="noStrike" cap="none">
                <a:solidFill>
                  <a:srgbClr val="FFD700"/>
                </a:solidFill>
                <a:latin typeface="Poppins"/>
                <a:ea typeface="Poppins"/>
                <a:cs typeface="Poppins"/>
                <a:sym typeface="Poppins"/>
              </a:rPr>
              <a:t>Beyond</a:t>
            </a:r>
            <a:r>
              <a:rPr lang="en-US" sz="5400" b="1" i="0" u="none" strike="noStrike" cap="none">
                <a:solidFill>
                  <a:srgbClr val="E6F1FF"/>
                </a:solidFill>
                <a:latin typeface="Poppins"/>
                <a:ea typeface="Poppins"/>
                <a:cs typeface="Poppins"/>
                <a:sym typeface="Poppins"/>
              </a:rPr>
              <a:t> Borders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228068"/>
            <a:ext cx="5048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Travel Agency Web Platform</a:t>
            </a: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-12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734800" y="636270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571500" y="5011489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F1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S.V. Suhaas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5459164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Sai University, Chennai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5906839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2026 Capstone Project</a:t>
            </a:r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07943" y="0"/>
            <a:ext cx="608405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64FFD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Overview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734800" y="636270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857250" y="2711946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India-based travel agency site.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3315741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Built with HTML, CSS, JS.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57250" y="3919537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Deployed live on Netlify.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57250" y="4523333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Comprehensive college project.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0" y="2033587"/>
            <a:ext cx="5200650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730996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34791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38587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42383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81750" y="2033575"/>
            <a:ext cx="5238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753617"/>
            <a:ext cx="3429000" cy="2331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753617"/>
            <a:ext cx="3429000" cy="2331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753617"/>
            <a:ext cx="3429000" cy="233169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64FFD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Website Features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734800" y="636270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66775" y="3944242"/>
            <a:ext cx="298037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Structure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66775" y="4420492"/>
            <a:ext cx="28384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Multi-page &amp; fully responsive.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676775" y="3944242"/>
            <a:ext cx="298037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Interactive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676775" y="4420492"/>
            <a:ext cx="28384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Booking forms &amp; live chat.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486775" y="3944242"/>
            <a:ext cx="298037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Usability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486775" y="4420492"/>
            <a:ext cx="28384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FAQ accordion &amp; user login.</a:t>
            </a:r>
            <a:endParaRPr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319176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76775" y="319176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86775" y="3191767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64FFD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Design &amp; UX</a:t>
            </a:r>
            <a:endParaRPr/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734800" y="636270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857250" y="2711946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Mobile-first responsive layout.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57250" y="3315741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Smooth scroll-reveal animations.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57250" y="3919537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Accessible images and links.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57250" y="4523333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Navy, gold, teal palette.</a:t>
            </a:r>
            <a:endParaRPr/>
          </a:p>
        </p:txBody>
      </p:sp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0" y="2033587"/>
            <a:ext cx="5200650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730996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34791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38587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42383"/>
            <a:ext cx="1143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64FFD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SEO Optimization</a:t>
            </a:r>
            <a:endParaRPr/>
          </a:p>
        </p:txBody>
      </p:sp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34800" y="636270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1143000" y="2365176"/>
            <a:ext cx="80010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Targeted meta tags included.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143000" y="3142357"/>
            <a:ext cx="80010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Canonical URLs prevent duplication.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143000" y="3919537"/>
            <a:ext cx="80010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Schema.org JSON-LD added.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143000" y="4696717"/>
            <a:ext cx="80010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Sitemap and robots.txt configured.</a:t>
            </a:r>
            <a:endParaRPr/>
          </a:p>
        </p:txBody>
      </p:sp>
      <p:pic>
        <p:nvPicPr>
          <p:cNvPr id="154" name="Google Shape;15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03276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80457"/>
            <a:ext cx="381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57637"/>
            <a:ext cx="381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734817"/>
            <a:ext cx="2286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616547"/>
            <a:ext cx="5334000" cy="2605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616547"/>
            <a:ext cx="5334000" cy="2605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64FFD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Generative Engine Optimization (GEO)</a:t>
            </a:r>
            <a:endParaRPr/>
          </a:p>
        </p:txBody>
      </p:sp>
      <p:pic>
        <p:nvPicPr>
          <p:cNvPr id="165" name="Google Shape;16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734800" y="636270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866775" y="3807172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AI Crawlers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66775" y="4283422"/>
            <a:ext cx="4743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Included llms.txt for AI bots. Structured data fully optimized.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581775" y="3807172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Content Parsing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581775" y="4283422"/>
            <a:ext cx="4743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Reduced JavaScript reliance. Raw HTML prioritized for scraping.</a:t>
            </a:r>
            <a:endParaRPr/>
          </a:p>
        </p:txBody>
      </p:sp>
      <p:pic>
        <p:nvPicPr>
          <p:cNvPr id="170" name="Google Shape;17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05469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054697"/>
            <a:ext cx="3429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64FFD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Performance Optimization</a:t>
            </a:r>
            <a:endParaRPr/>
          </a:p>
        </p:txBody>
      </p:sp>
      <p:pic>
        <p:nvPicPr>
          <p:cNvPr id="177" name="Google Shape;17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34800" y="636270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71500" y="2924175"/>
            <a:ext cx="4572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95+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4543425"/>
            <a:ext cx="4572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6F1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Lighthouse Score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400800" y="2711946"/>
            <a:ext cx="52197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Images lazily loaded.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400800" y="3315741"/>
            <a:ext cx="52197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JavaScript execution deferred.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400800" y="3919537"/>
            <a:ext cx="52197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DNS prefetch active.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400800" y="4523333"/>
            <a:ext cx="52197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Brotli compression enabled.</a:t>
            </a:r>
            <a:endParaRPr/>
          </a:p>
        </p:txBody>
      </p:sp>
      <p:pic>
        <p:nvPicPr>
          <p:cNvPr id="184" name="Google Shape;18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15050" y="2730996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15050" y="3334791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15050" y="3938587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15050" y="4542383"/>
            <a:ext cx="1143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616547"/>
            <a:ext cx="3429000" cy="2605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616547"/>
            <a:ext cx="3429000" cy="2605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616547"/>
            <a:ext cx="3429000" cy="260598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64FFD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Security &amp; Privacy</a:t>
            </a:r>
            <a:endParaRPr/>
          </a:p>
        </p:txBody>
      </p:sp>
      <p:pic>
        <p:nvPicPr>
          <p:cNvPr id="196" name="Google Shape;19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734800" y="636270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866775" y="3807172"/>
            <a:ext cx="298037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Anti-Spam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866775" y="4283422"/>
            <a:ext cx="2838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JS email obfuscation protects contacts.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4676775" y="3807172"/>
            <a:ext cx="298037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Encryption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4676775" y="4283422"/>
            <a:ext cx="2838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Strict HTTPS/SSL protocol enforcement.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8486775" y="3807172"/>
            <a:ext cx="298037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Integrity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8486775" y="4283422"/>
            <a:ext cx="28384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Robust frontend form validation.</a:t>
            </a:r>
            <a:endParaRPr/>
          </a:p>
        </p:txBody>
      </p:sp>
      <p:pic>
        <p:nvPicPr>
          <p:cNvPr id="203" name="Google Shape;20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305469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76775" y="305469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86775" y="3054697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52575"/>
            <a:ext cx="11049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64FFD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Final Audit Results</a:t>
            </a:r>
            <a:endParaRPr/>
          </a:p>
        </p:txBody>
      </p:sp>
      <p:pic>
        <p:nvPicPr>
          <p:cNvPr id="212" name="Google Shape;21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734800" y="636270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571500" y="5043487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Post-optimization audits on SEOptimer showed a significant leap from a base B grade to a strong B+, confirming the success of our technical optimizations.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616547"/>
            <a:ext cx="3429000" cy="2605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616547"/>
            <a:ext cx="3429000" cy="2605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616547"/>
            <a:ext cx="3429000" cy="260598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64FFD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Challenges &amp; Learnings</a:t>
            </a:r>
            <a:endParaRPr/>
          </a:p>
        </p:txBody>
      </p:sp>
      <p:pic>
        <p:nvPicPr>
          <p:cNvPr id="222" name="Google Shape;22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734800" y="636270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866775" y="3807172"/>
            <a:ext cx="298037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Technical Growth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866775" y="4283422"/>
            <a:ext cx="2838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Mastered modern SEO and GEO basics.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4676775" y="3807172"/>
            <a:ext cx="298037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Trade-offs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4676775" y="4283422"/>
            <a:ext cx="2838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Balanced smooth UX with crawlability.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8486775" y="3807172"/>
            <a:ext cx="298037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Future Roadmap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8486775" y="4283422"/>
            <a:ext cx="2838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Planned backlinks and social presence.</a:t>
            </a:r>
            <a:endParaRPr/>
          </a:p>
        </p:txBody>
      </p:sp>
      <p:pic>
        <p:nvPicPr>
          <p:cNvPr id="229" name="Google Shape;22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305469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76775" y="305469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86775" y="3054697"/>
            <a:ext cx="5143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47862"/>
            <a:ext cx="3429000" cy="394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1947862"/>
            <a:ext cx="3429000" cy="394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1947862"/>
            <a:ext cx="3429000" cy="39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64FFD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Platform Previews</a:t>
            </a:r>
            <a:endParaRPr/>
          </a:p>
        </p:txBody>
      </p:sp>
      <p:pic>
        <p:nvPicPr>
          <p:cNvPr id="240" name="Google Shape;24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734800" y="636270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1481137" y="5195887"/>
            <a:ext cx="1609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F1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Manali Adventure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5248275" y="5195887"/>
            <a:ext cx="1695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F1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Goa Beach Escape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9058275" y="5195887"/>
            <a:ext cx="1695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F1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Kerala Backwaters</a:t>
            </a:r>
            <a:endParaRPr/>
          </a:p>
        </p:txBody>
      </p:sp>
      <p:pic>
        <p:nvPicPr>
          <p:cNvPr id="244" name="Google Shape;244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338387"/>
            <a:ext cx="283845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76775" y="2338387"/>
            <a:ext cx="283845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86775" y="2338387"/>
            <a:ext cx="283845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57675" y="4056608"/>
            <a:ext cx="367665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734800" y="636270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3690699" y="1429642"/>
            <a:ext cx="4810601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0" i="0" u="none" strike="noStrike" cap="none">
                <a:solidFill>
                  <a:srgbClr val="FFD7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Thank You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3952875" y="2915542"/>
            <a:ext cx="42862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Open for questions and feedback.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4743450" y="4447133"/>
            <a:ext cx="270510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smtClean="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github.com/</a:t>
            </a:r>
            <a:r>
              <a:rPr lang="en-US" sz="1650" b="0" i="0" u="none" strike="noStrike" cap="none" dirty="0" err="1" smtClean="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suhaas</a:t>
            </a:r>
            <a:endParaRPr dirty="0"/>
          </a:p>
        </p:txBody>
      </p:sp>
      <p:sp>
        <p:nvSpPr>
          <p:cNvPr id="256" name="Google Shape;256;p24"/>
          <p:cNvSpPr txBox="1"/>
          <p:nvPr/>
        </p:nvSpPr>
        <p:spPr>
          <a:xfrm>
            <a:off x="4743450" y="4790033"/>
            <a:ext cx="2705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</a:t>
            </a:r>
            <a:r>
              <a:rPr lang="en-US" dirty="0" smtClean="0"/>
              <a:t>uhaas.sarabu@gmail.com</a:t>
            </a:r>
            <a:endParaRPr dirty="0"/>
          </a:p>
        </p:txBody>
      </p:sp>
      <p:pic>
        <p:nvPicPr>
          <p:cNvPr id="257" name="Google Shape;25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10137" y="4466183"/>
            <a:ext cx="2000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43450" y="4809083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</Words>
  <Application>Microsoft Office PowerPoint</Application>
  <PresentationFormat>Custom</PresentationFormat>
  <Paragraphs>63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Poppins SemiBold</vt:lpstr>
      <vt:lpstr>Inter</vt:lpstr>
      <vt:lpstr>Poppins</vt:lpstr>
      <vt:lpstr>Inter SemiBold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lenovo</cp:lastModifiedBy>
  <cp:revision>1</cp:revision>
  <dcterms:modified xsi:type="dcterms:W3CDTF">2026-07-03T04:31:43Z</dcterms:modified>
</cp:coreProperties>
</file>